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3" d="100"/>
          <a:sy n="13" d="100"/>
        </p:scale>
        <p:origin x="104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CC41-AB8F-47E5-927A-2CB11E41E7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4985-8AE4-4318-81C4-8F8DE94B0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14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CC41-AB8F-47E5-927A-2CB11E41E7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4985-8AE4-4318-81C4-8F8DE94B0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1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CC41-AB8F-47E5-927A-2CB11E41E7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4985-8AE4-4318-81C4-8F8DE94B0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9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CC41-AB8F-47E5-927A-2CB11E41E7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4985-8AE4-4318-81C4-8F8DE94B0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0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CC41-AB8F-47E5-927A-2CB11E41E7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4985-8AE4-4318-81C4-8F8DE94B0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3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CC41-AB8F-47E5-927A-2CB11E41E7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4985-8AE4-4318-81C4-8F8DE94B0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21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CC41-AB8F-47E5-927A-2CB11E41E7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4985-8AE4-4318-81C4-8F8DE94B0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5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CC41-AB8F-47E5-927A-2CB11E41E7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4985-8AE4-4318-81C4-8F8DE94B0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CC41-AB8F-47E5-927A-2CB11E41E7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4985-8AE4-4318-81C4-8F8DE94B0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37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CC41-AB8F-47E5-927A-2CB11E41E7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4985-8AE4-4318-81C4-8F8DE94B0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9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CC41-AB8F-47E5-927A-2CB11E41E7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4985-8AE4-4318-81C4-8F8DE94B0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36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BCC41-AB8F-47E5-927A-2CB11E41E7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74985-8AE4-4318-81C4-8F8DE94B0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708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9E79C09-DE87-2269-1E3A-01D45959E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86" y="0"/>
            <a:ext cx="10281696" cy="687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41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2026-04-16T13:40:34Z</dcterms:created>
  <dcterms:modified xsi:type="dcterms:W3CDTF">2026-04-16T16:21:23Z</dcterms:modified>
</cp:coreProperties>
</file>